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74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1146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EA0C7-5C7B-7FEA-5FF2-DD8E713560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9B9D9A-487B-8047-C751-BC83DC031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4C2F0B-7164-9158-13A5-3DF5E0F0E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89564-6CDB-376B-C4A5-A4AC44A15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1F5AE-103D-BF56-B0B8-5EBA5C56B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03457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0E1A1-7D90-FCCD-2E21-7C1E00E90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59414-B2B2-DEC3-447F-2C17A79F4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ED6EB-D8EA-B149-F219-03F986E3E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0560C-C1B3-C848-CBBA-346443C4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4274FC-0AE8-19DF-DB99-468F671BC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57436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7FBA0-EB3D-5C17-C327-047D10EB2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3FDC27-8C82-280D-FAC4-250BFD0BC4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F6089-0B47-946C-921D-4CF9650FF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4552C-5016-C44A-14C4-F7ADC973C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C536F-3E37-8557-BE59-14765155A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89388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3DEC3-396B-3FF5-B9C4-B8A80A70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2D2D0C-DD4F-4D98-2E03-288E6C18E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69B79-6052-6021-C6DB-0F7381399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A7EB6-29D7-4B36-6DD3-DC9F90564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48EE21-38DD-7EFE-5882-9817951E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3A3D1-11CE-272A-02B8-4568D4339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96221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B76DC-DA3B-640F-6031-C23086AC5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A551F-F63E-D919-4456-F355EA5BF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E363B-9A9C-D83D-8967-8525CBFB1A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6A793-3918-46C7-92C9-59CD991D3B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49875C-B407-FFB8-47DA-1CF4BA2023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031E31-95CA-BC26-8C98-4F7A9F6DE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2A563F-08E8-0F26-0F9A-2C484013D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AA5D8A-4BA4-6D33-4C05-0E27A65BB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34804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EE78C-E6D0-51A3-3F95-49398EB51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8BF735-200B-D4E2-CBE9-17D02B17B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5CE8A5-F5F6-D56E-134A-B76A50F44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43D65-E80B-D7A2-57FD-233D3668E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643477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E5F4D-3D5C-C78B-1F11-DA52C0F3F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95540E-881A-F5AB-BB16-940B2B4C1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62FAC9-D78D-5556-0025-C0876E40F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5926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79370-1F47-4D64-C206-BE6F5D137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6B1AA-C5EE-7902-838E-AEC43AC6D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8C5B5B-C5B5-74A3-4292-701FF0BE4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82F6C4-D4F4-58F5-7498-6AFC1D2CC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74EEA-1340-040E-DAF8-D0C7A4AAF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435D86-175C-8EDD-6A94-9257946EF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57786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18418-6138-A8B8-4A37-B8B212F2B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94025-9B15-7B79-8111-DD8610ECC8B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683813-C2BD-38E6-1278-41896C1520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2F068D-4CAA-4534-8575-A5D3330BD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72419B-2459-430B-2E46-B4DD53FAB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75B7C-8941-85DF-9E83-244385CD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28232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6AF5E-71DD-4127-9A42-142F7C0B3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1BB1B-94E9-6455-5EA3-F510FFD4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A7257E-5C18-3D69-CC16-B053E9AA1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EB1295-9275-19F8-DD51-EBA95E03B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2A788-43BB-B80A-B22E-7AD1BC39C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224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D8FB89-0A3B-6162-8B77-2D29CD010C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34101E-5D81-246E-1CDC-4A330FA558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69799-49EC-1E41-20C5-246ED6CD6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6C51C4-5ED1-231B-DCD9-C396E1BD4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3F753-D1E2-B5B7-9220-78F7FCDF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949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F09021-5048-4628-AC97-B29A9B0C0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33C46-A712-894B-CCFC-8373681521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C6E0C3-4E77-D509-86AB-BA2152DB05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7F720E-64AC-408A-B019-A6F3762EFFF4}" type="datetimeFigureOut">
              <a:rPr lang="en-MY" smtClean="0"/>
              <a:t>27/11/2025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55D170-F7A4-1529-EE22-AA894E9F3B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D0B0B-EA03-F20D-4F70-616B08949A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434914-8B30-477F-963C-20901F3F2F7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44837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6371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09CB2-D0A8-5E7F-BF38-AC901049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E6B8023-0636-E5F5-6E92-ABD6702D2F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3203EF-8D9C-E0A7-527A-0622437D2E23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6BF2E9-3856-991B-033C-7268350E6C87}"/>
              </a:ext>
            </a:extLst>
          </p:cNvPr>
          <p:cNvSpPr txBox="1"/>
          <p:nvPr/>
        </p:nvSpPr>
        <p:spPr>
          <a:xfrm>
            <a:off x="1175802" y="1604954"/>
            <a:ext cx="957075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VPN is required in order to connect into Attack &amp;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environment. Please install OpenVPN.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F6E0A-B86A-5C8F-9E21-072A548A6B0D}"/>
              </a:ext>
            </a:extLst>
          </p:cNvPr>
          <p:cNvSpPr txBox="1"/>
          <p:nvPr/>
        </p:nvSpPr>
        <p:spPr>
          <a:xfrm>
            <a:off x="1175802" y="2661135"/>
            <a:ext cx="957075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The duration is 6 hours and each tick is 5 minutes.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A87CEA-3E5D-8498-B37D-A047CA8AC507}"/>
              </a:ext>
            </a:extLst>
          </p:cNvPr>
          <p:cNvSpPr txBox="1"/>
          <p:nvPr/>
        </p:nvSpPr>
        <p:spPr>
          <a:xfrm>
            <a:off x="1175802" y="3640795"/>
            <a:ext cx="95707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Tick?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One tick is one round in attack &amp;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.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Flag changes every tick and older flags will be invalid to submit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460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BD4B-7AA1-4859-4478-C9A9CC2A4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EC059F5-4E33-46C7-6BB9-EFBAE31BF3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31B1E1-33FA-5A02-DDB0-0E9D82354CCB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AD382EE-02AC-E8D3-0C72-F6B573F2C539}"/>
              </a:ext>
            </a:extLst>
          </p:cNvPr>
          <p:cNvSpPr txBox="1"/>
          <p:nvPr/>
        </p:nvSpPr>
        <p:spPr>
          <a:xfrm>
            <a:off x="1310623" y="1905861"/>
            <a:ext cx="9570754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Tick?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One tick is one round in attack &amp;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.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Flag changes every tick and older flags will be invalid to submit.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Rule: The validity of flags is 5 ticks. The latest 5 ticks of flag will be valid and the rest will not be.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0024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5C6E9-DE01-A107-B1DE-BD4028707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739D6BB-E38B-AC8D-C98D-A7BD7860A3F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CA8A91-2668-9AF3-DBE6-7D5C6C33C0D8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C0A6C0-4F4E-3941-39F1-8E203CDD56EE}"/>
              </a:ext>
            </a:extLst>
          </p:cNvPr>
          <p:cNvSpPr txBox="1"/>
          <p:nvPr/>
        </p:nvSpPr>
        <p:spPr>
          <a:xfrm>
            <a:off x="2491068" y="2025382"/>
            <a:ext cx="7209865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Example</a:t>
            </a:r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: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1: BOH25_sdyhfksadfshdfsdf (INVALID)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2: BOH25_sadlfujdsalkjfbndsf (VALID)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3: BOH25_cmxkmopqweirun (VALID)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4: BOH25_weoruihewnmcxn (VALID)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5: BOH25_asdlfuihlweifnfnm (VALID)</a:t>
            </a:r>
          </a:p>
          <a:p>
            <a:pPr algn="just"/>
            <a:r>
              <a:rPr lang="en-MY" sz="2500" dirty="0">
                <a:solidFill>
                  <a:schemeClr val="bg1"/>
                </a:solidFill>
                <a:latin typeface="Aptos Black" panose="020F0502020204030204" pitchFamily="34" charset="0"/>
              </a:rPr>
              <a:t>Tick 6: BOH25_kwsqeugfkwejbdnf (VALID)</a:t>
            </a:r>
          </a:p>
        </p:txBody>
      </p:sp>
    </p:spTree>
    <p:extLst>
      <p:ext uri="{BB962C8B-B14F-4D97-AF65-F5344CB8AC3E}">
        <p14:creationId xmlns:p14="http://schemas.microsoft.com/office/powerpoint/2010/main" val="1194657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319D-4224-E31E-4FF7-755DC7CE2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89E1F4-B270-261B-26DB-F44CDB1E9D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6B4AD8-8C24-D96B-7B9C-3F87BB1509B0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7FF8F0F-9D6E-D998-A6C5-EA92FDCE355A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FB0751-49E6-40C2-E565-E8832B054942}"/>
              </a:ext>
            </a:extLst>
          </p:cNvPr>
          <p:cNvSpPr txBox="1"/>
          <p:nvPr/>
        </p:nvSpPr>
        <p:spPr>
          <a:xfrm>
            <a:off x="3596474" y="3037714"/>
            <a:ext cx="4999052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Machine is used to: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Gain access to challenges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Submit flags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Patch challenges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Attack other teams</a:t>
            </a:r>
          </a:p>
        </p:txBody>
      </p:sp>
    </p:spTree>
    <p:extLst>
      <p:ext uri="{BB962C8B-B14F-4D97-AF65-F5344CB8AC3E}">
        <p14:creationId xmlns:p14="http://schemas.microsoft.com/office/powerpoint/2010/main" val="1645588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0E0EFB-508F-CC1D-2140-BD18B9FA5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F7E6E33-6A7A-2E73-F926-017FC2C1BB9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9D51D2-3CB7-AE66-B2C6-1A6D37166542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8A6CA8B-66BF-212B-A962-4934EDAC9CE7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8634C-3F9A-28BE-0EF1-EAE7F9DEE4B7}"/>
              </a:ext>
            </a:extLst>
          </p:cNvPr>
          <p:cNvSpPr txBox="1"/>
          <p:nvPr/>
        </p:nvSpPr>
        <p:spPr>
          <a:xfrm>
            <a:off x="1406710" y="3330101"/>
            <a:ext cx="92026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White box challenges can be patched before being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pwned</a:t>
            </a:r>
            <a:endParaRPr lang="en-US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5DF3E-063A-98CF-2478-9B4E2D4E88E5}"/>
              </a:ext>
            </a:extLst>
          </p:cNvPr>
          <p:cNvSpPr txBox="1"/>
          <p:nvPr/>
        </p:nvSpPr>
        <p:spPr>
          <a:xfrm>
            <a:off x="1406710" y="3869742"/>
            <a:ext cx="920261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Black box challenges cannot be patched until it is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pwned</a:t>
            </a:r>
            <a:endParaRPr lang="en-US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624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6316A-EFC6-D530-7BCD-76C8A23F8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8D892B7-31FB-337E-B95C-74D51B4B89F2}"/>
              </a:ext>
            </a:extLst>
          </p:cNvPr>
          <p:cNvSpPr/>
          <p:nvPr/>
        </p:nvSpPr>
        <p:spPr>
          <a:xfrm>
            <a:off x="1353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A35F53-02C5-38F7-2D89-63900C410080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620F55F-DEB9-B148-C0AC-B7BE9DE51A86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97101D-5F1D-8109-4D16-226A1F715C83}"/>
              </a:ext>
            </a:extLst>
          </p:cNvPr>
          <p:cNvSpPr txBox="1"/>
          <p:nvPr/>
        </p:nvSpPr>
        <p:spPr>
          <a:xfrm>
            <a:off x="932705" y="3239040"/>
            <a:ext cx="49990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White box challenges are in: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/home/player/challenge1/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/home/player/challenge2/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7771A1-3A63-286E-722A-9BDA6B6483BD}"/>
              </a:ext>
            </a:extLst>
          </p:cNvPr>
          <p:cNvSpPr txBox="1"/>
          <p:nvPr/>
        </p:nvSpPr>
        <p:spPr>
          <a:xfrm>
            <a:off x="3508490" y="5064819"/>
            <a:ext cx="49990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Flags are in: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/home/user/flag.txt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2B438-C9AD-DD06-8D2F-7A5A018B0F7D}"/>
              </a:ext>
            </a:extLst>
          </p:cNvPr>
          <p:cNvSpPr txBox="1"/>
          <p:nvPr/>
        </p:nvSpPr>
        <p:spPr>
          <a:xfrm>
            <a:off x="6109530" y="3239040"/>
            <a:ext cx="4999052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Black box challenges are in: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/home/challenge1/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/home/challenge2/</a:t>
            </a:r>
          </a:p>
        </p:txBody>
      </p:sp>
    </p:spTree>
    <p:extLst>
      <p:ext uri="{BB962C8B-B14F-4D97-AF65-F5344CB8AC3E}">
        <p14:creationId xmlns:p14="http://schemas.microsoft.com/office/powerpoint/2010/main" val="22540878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7B789-FEAB-505B-A3A3-36B358158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36BDE64-1177-32E3-19E2-36A157C000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CA7497-663D-15E9-ED78-41FD835EA97F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5C8706-FD39-68D6-6C29-965F6C21A676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E6639C-5BCF-9BC6-5C21-C992621DBD53}"/>
              </a:ext>
            </a:extLst>
          </p:cNvPr>
          <p:cNvSpPr txBox="1"/>
          <p:nvPr/>
        </p:nvSpPr>
        <p:spPr>
          <a:xfrm>
            <a:off x="2090908" y="3092334"/>
            <a:ext cx="80101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Example challenge directory: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app.py (Patchable)</a:t>
            </a:r>
          </a:p>
          <a:p>
            <a:pPr marL="342900" indent="-342900" algn="just">
              <a:buFontTx/>
              <a:buChar char="-"/>
            </a:pP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Dockerfile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(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Unpatchable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)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docker-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compose.yml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(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Unpatchable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792C13-57F7-45D4-E06A-584F073A5653}"/>
              </a:ext>
            </a:extLst>
          </p:cNvPr>
          <p:cNvSpPr txBox="1"/>
          <p:nvPr/>
        </p:nvSpPr>
        <p:spPr>
          <a:xfrm>
            <a:off x="2002924" y="4855194"/>
            <a:ext cx="801018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restart_docker.sh cooldown of 10 minutes</a:t>
            </a:r>
          </a:p>
        </p:txBody>
      </p:sp>
    </p:spTree>
    <p:extLst>
      <p:ext uri="{BB962C8B-B14F-4D97-AF65-F5344CB8AC3E}">
        <p14:creationId xmlns:p14="http://schemas.microsoft.com/office/powerpoint/2010/main" val="2741948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A29DC-A84C-0AB1-DEAC-DFE2289BA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83F8780-ACDB-6270-9FFF-035EE1EFD2C8}"/>
              </a:ext>
            </a:extLst>
          </p:cNvPr>
          <p:cNvSpPr/>
          <p:nvPr/>
        </p:nvSpPr>
        <p:spPr>
          <a:xfrm>
            <a:off x="13529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A5AC7-9500-6F88-6AEB-7B162E965D7D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882AF0-3C7B-84B8-000A-6E2D14BD3331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66158E-302F-B3B2-569D-6FAED01AB905}"/>
              </a:ext>
            </a:extLst>
          </p:cNvPr>
          <p:cNvSpPr txBox="1"/>
          <p:nvPr/>
        </p:nvSpPr>
        <p:spPr>
          <a:xfrm>
            <a:off x="492501" y="3092334"/>
            <a:ext cx="11234057" cy="201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When patching, please keep in mind that you have to keep your challenges up and running. 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Bringing your challenge down will cause your team to be penalized.</a:t>
            </a:r>
          </a:p>
          <a:p>
            <a:pPr marL="342900" indent="-342900" algn="just">
              <a:buFontTx/>
              <a:buChar char="-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The goal of patching is to defend yourself (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Points) and also keeping your services alive (SLA Points)</a:t>
            </a:r>
          </a:p>
        </p:txBody>
      </p:sp>
    </p:spTree>
    <p:extLst>
      <p:ext uri="{BB962C8B-B14F-4D97-AF65-F5344CB8AC3E}">
        <p14:creationId xmlns:p14="http://schemas.microsoft.com/office/powerpoint/2010/main" val="2569164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B7CB4-843D-381E-47F3-A30E6A4DA4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DC891FC-9682-B6DA-1D1B-7296C4B6FCD5}"/>
              </a:ext>
            </a:extLst>
          </p:cNvPr>
          <p:cNvSpPr/>
          <p:nvPr/>
        </p:nvSpPr>
        <p:spPr>
          <a:xfrm>
            <a:off x="13529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15F4F9-5659-BD7D-080B-3175353026CF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8AD354B-557E-ED8B-9378-982353E1B5E2}"/>
              </a:ext>
            </a:extLst>
          </p:cNvPr>
          <p:cNvSpPr/>
          <p:nvPr/>
        </p:nvSpPr>
        <p:spPr>
          <a:xfrm>
            <a:off x="3902696" y="1535238"/>
            <a:ext cx="4210640" cy="125522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Amaranth" panose="02000503050000020004" pitchFamily="2" charset="0"/>
              </a:rPr>
              <a:t>Team 1 Machine</a:t>
            </a:r>
            <a:endParaRPr lang="en-MY" sz="2500" dirty="0">
              <a:latin typeface="Amaranth" panose="02000503050000020004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29FB215-1078-9DD0-8E82-D8D00305FAD2}"/>
              </a:ext>
            </a:extLst>
          </p:cNvPr>
          <p:cNvSpPr txBox="1"/>
          <p:nvPr/>
        </p:nvSpPr>
        <p:spPr>
          <a:xfrm>
            <a:off x="3982781" y="3092334"/>
            <a:ext cx="40504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Flag Submission:</a:t>
            </a:r>
          </a:p>
          <a:p>
            <a:pPr marL="342900" indent="-342900" algn="just">
              <a:buFontTx/>
              <a:buChar char="-"/>
            </a:pP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nc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gameserver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6666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8EC2BC-B8F7-57DD-7A83-E4CFDEC8E7B2}"/>
              </a:ext>
            </a:extLst>
          </p:cNvPr>
          <p:cNvSpPr txBox="1"/>
          <p:nvPr/>
        </p:nvSpPr>
        <p:spPr>
          <a:xfrm>
            <a:off x="543301" y="4067541"/>
            <a:ext cx="1113245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Only flags submitted through your team’s machine will count towards your score.</a:t>
            </a:r>
          </a:p>
        </p:txBody>
      </p:sp>
    </p:spTree>
    <p:extLst>
      <p:ext uri="{BB962C8B-B14F-4D97-AF65-F5344CB8AC3E}">
        <p14:creationId xmlns:p14="http://schemas.microsoft.com/office/powerpoint/2010/main" val="387226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C1850-E753-C8A8-6E61-15D8357C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0B8AFDD-DEC0-B5F6-E30C-BFC5F1D839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6C6254-0C46-234F-B753-E84B88001B05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pic>
        <p:nvPicPr>
          <p:cNvPr id="12" name="Picture 11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A89E4CAF-BF20-FFAA-772A-5DE46D0AEA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4450" y="1266825"/>
            <a:ext cx="9563100" cy="432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92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58602-A730-A315-F730-CD65F23EF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698F274-D36E-D4F2-6BB1-5C4295ED5489}"/>
              </a:ext>
            </a:extLst>
          </p:cNvPr>
          <p:cNvSpPr/>
          <p:nvPr/>
        </p:nvSpPr>
        <p:spPr>
          <a:xfrm>
            <a:off x="0" y="62423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1F4B01E-226A-49B2-F2A5-A8907A7918BE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020DB90-A1F0-E3C5-CDA8-0F90FA292B36}"/>
              </a:ext>
            </a:extLst>
          </p:cNvPr>
          <p:cNvSpPr txBox="1"/>
          <p:nvPr/>
        </p:nvSpPr>
        <p:spPr>
          <a:xfrm>
            <a:off x="5367769" y="1233364"/>
            <a:ext cx="1456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Aptos Black" panose="020F0502020204030204" pitchFamily="34" charset="0"/>
              </a:rPr>
              <a:t>Tick 1</a:t>
            </a:r>
            <a:endParaRPr lang="en-MY" sz="3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604996-C179-CE92-4499-2C4443EA0C6D}"/>
              </a:ext>
            </a:extLst>
          </p:cNvPr>
          <p:cNvSpPr/>
          <p:nvPr/>
        </p:nvSpPr>
        <p:spPr>
          <a:xfrm>
            <a:off x="524496" y="2097604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1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_sdyhfksadfshdfsdf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A74991E-6BAE-6482-5148-80CF0ACD7596}"/>
              </a:ext>
            </a:extLst>
          </p:cNvPr>
          <p:cNvSpPr/>
          <p:nvPr/>
        </p:nvSpPr>
        <p:spPr>
          <a:xfrm>
            <a:off x="524496" y="314640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2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_dfwertggdsadfdsf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579A0B7-FA18-5ED0-33B5-0AAF2493B89A}"/>
              </a:ext>
            </a:extLst>
          </p:cNvPr>
          <p:cNvSpPr/>
          <p:nvPr/>
        </p:nvSpPr>
        <p:spPr>
          <a:xfrm>
            <a:off x="524496" y="4195208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3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_opkoindbiuwqicdf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900ACC8-76BC-3F24-9E29-701EBD9D6865}"/>
              </a:ext>
            </a:extLst>
          </p:cNvPr>
          <p:cNvSpPr/>
          <p:nvPr/>
        </p:nvSpPr>
        <p:spPr>
          <a:xfrm>
            <a:off x="6358248" y="2581842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4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_qeworiueqhoncdifd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25D0CA-7475-5207-F112-603E4A22A29C}"/>
              </a:ext>
            </a:extLst>
          </p:cNvPr>
          <p:cNvSpPr/>
          <p:nvPr/>
        </p:nvSpPr>
        <p:spPr>
          <a:xfrm>
            <a:off x="6358248" y="365384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5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_qweiouwhnmioedf</a:t>
            </a:r>
          </a:p>
        </p:txBody>
      </p:sp>
    </p:spTree>
    <p:extLst>
      <p:ext uri="{BB962C8B-B14F-4D97-AF65-F5344CB8AC3E}">
        <p14:creationId xmlns:p14="http://schemas.microsoft.com/office/powerpoint/2010/main" val="1829515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C8DC5-31AA-A29B-BFA1-13613B253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7B23A3B-C6C1-35BA-898D-45D67B402B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54BC1ED-ECC4-524C-6AB8-FC77DFBFED35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FF6335-49A9-63B3-065E-EC75F5109DF6}"/>
              </a:ext>
            </a:extLst>
          </p:cNvPr>
          <p:cNvSpPr txBox="1"/>
          <p:nvPr/>
        </p:nvSpPr>
        <p:spPr>
          <a:xfrm>
            <a:off x="5367769" y="1233364"/>
            <a:ext cx="1456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Aptos Black" panose="020F0502020204030204" pitchFamily="34" charset="0"/>
              </a:rPr>
              <a:t>Tick 2</a:t>
            </a:r>
            <a:endParaRPr lang="en-MY" sz="3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C2359F-71E6-5DDC-D79B-A122DB0F211C}"/>
              </a:ext>
            </a:extLst>
          </p:cNvPr>
          <p:cNvSpPr/>
          <p:nvPr/>
        </p:nvSpPr>
        <p:spPr>
          <a:xfrm>
            <a:off x="524496" y="2097604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1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_flagflagflagflag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0029320-C400-8487-4219-CB8EBE3BE857}"/>
              </a:ext>
            </a:extLst>
          </p:cNvPr>
          <p:cNvSpPr/>
          <p:nvPr/>
        </p:nvSpPr>
        <p:spPr>
          <a:xfrm>
            <a:off x="524496" y="314640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2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_fakefakefake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2250418-3748-F887-0A35-F814FDA5B799}"/>
              </a:ext>
            </a:extLst>
          </p:cNvPr>
          <p:cNvSpPr/>
          <p:nvPr/>
        </p:nvSpPr>
        <p:spPr>
          <a:xfrm>
            <a:off x="524496" y="4195208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3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_heeheeheeheehee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612E6E2-2DCE-9F87-F03A-B0919BED2813}"/>
              </a:ext>
            </a:extLst>
          </p:cNvPr>
          <p:cNvSpPr/>
          <p:nvPr/>
        </p:nvSpPr>
        <p:spPr>
          <a:xfrm>
            <a:off x="6358248" y="2581842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4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_huehuehuehuehue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F7011D2-52D2-BD2E-CBC7-FC4A61454DA6}"/>
              </a:ext>
            </a:extLst>
          </p:cNvPr>
          <p:cNvSpPr/>
          <p:nvPr/>
        </p:nvSpPr>
        <p:spPr>
          <a:xfrm>
            <a:off x="6358248" y="365384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5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_hahaahahahahah</a:t>
            </a:r>
          </a:p>
        </p:txBody>
      </p:sp>
    </p:spTree>
    <p:extLst>
      <p:ext uri="{BB962C8B-B14F-4D97-AF65-F5344CB8AC3E}">
        <p14:creationId xmlns:p14="http://schemas.microsoft.com/office/powerpoint/2010/main" val="1244826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0796E-935F-9056-FDA1-770B35422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48D656-0C3C-9D41-6A59-B059A0067E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3C8839-A3F6-E33F-A66A-50418E61033A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7CFF68-FDDD-EC38-9777-A88022FCFAFC}"/>
              </a:ext>
            </a:extLst>
          </p:cNvPr>
          <p:cNvSpPr txBox="1"/>
          <p:nvPr/>
        </p:nvSpPr>
        <p:spPr>
          <a:xfrm>
            <a:off x="5367769" y="1233364"/>
            <a:ext cx="145646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Aptos Black" panose="020F0502020204030204" pitchFamily="34" charset="0"/>
              </a:rPr>
              <a:t>Tick 3</a:t>
            </a:r>
            <a:endParaRPr lang="en-MY" sz="3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34B1CB-FBFB-6792-8211-FF5BD3203785}"/>
              </a:ext>
            </a:extLst>
          </p:cNvPr>
          <p:cNvSpPr/>
          <p:nvPr/>
        </p:nvSpPr>
        <p:spPr>
          <a:xfrm>
            <a:off x="524496" y="2097604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1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_fsecss_boh25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A2F18D-6B5C-D2B1-A2DA-0C0582ED5BDA}"/>
              </a:ext>
            </a:extLst>
          </p:cNvPr>
          <p:cNvSpPr/>
          <p:nvPr/>
        </p:nvSpPr>
        <p:spPr>
          <a:xfrm>
            <a:off x="524496" y="314640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2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_hohohohohoho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45B4B25-B59D-3C57-61BA-599A92361299}"/>
              </a:ext>
            </a:extLst>
          </p:cNvPr>
          <p:cNvSpPr/>
          <p:nvPr/>
        </p:nvSpPr>
        <p:spPr>
          <a:xfrm>
            <a:off x="524496" y="4195208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3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_these_r_fake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61422E3-63A8-E08D-B7F8-46AA1F56B11F}"/>
              </a:ext>
            </a:extLst>
          </p:cNvPr>
          <p:cNvSpPr/>
          <p:nvPr/>
        </p:nvSpPr>
        <p:spPr>
          <a:xfrm>
            <a:off x="6358248" y="2581842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4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_pls_dont_use_these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4CDFEE7-F645-3567-6D06-8C565B30278B}"/>
              </a:ext>
            </a:extLst>
          </p:cNvPr>
          <p:cNvSpPr/>
          <p:nvPr/>
        </p:nvSpPr>
        <p:spPr>
          <a:xfrm>
            <a:off x="6358248" y="3653846"/>
            <a:ext cx="5139704" cy="69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b="1" dirty="0">
                <a:latin typeface="Amaranth" panose="02000503050000020004" pitchFamily="2" charset="0"/>
              </a:rPr>
              <a:t>Team 5 Machine: </a:t>
            </a:r>
            <a:r>
              <a:rPr lang="en-MY" sz="2000" dirty="0">
                <a:solidFill>
                  <a:schemeClr val="bg1"/>
                </a:solidFill>
                <a:latin typeface="Aptos Black" panose="020F0502020204030204" pitchFamily="34" charset="0"/>
              </a:rPr>
              <a:t>BOH25</a:t>
            </a:r>
            <a:r>
              <a:rPr lang="en-MY" sz="2000" b="1" dirty="0">
                <a:solidFill>
                  <a:schemeClr val="bg1"/>
                </a:solidFill>
                <a:latin typeface="Amaranth" panose="02000503050000020004" pitchFamily="2" charset="0"/>
              </a:rPr>
              <a:t>_aslkdfhjbsadbsdkjf</a:t>
            </a:r>
          </a:p>
        </p:txBody>
      </p:sp>
    </p:spTree>
    <p:extLst>
      <p:ext uri="{BB962C8B-B14F-4D97-AF65-F5344CB8AC3E}">
        <p14:creationId xmlns:p14="http://schemas.microsoft.com/office/powerpoint/2010/main" val="3680586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EE588-3ED8-8EF0-9BD3-07C8A9AC4E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DED77A7-3912-50CC-EE89-6CF04B8C04B5}"/>
              </a:ext>
            </a:extLst>
          </p:cNvPr>
          <p:cNvSpPr/>
          <p:nvPr/>
        </p:nvSpPr>
        <p:spPr>
          <a:xfrm>
            <a:off x="12700" y="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0CA7BF-262E-1082-C983-370705D32842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ECBB24-3A4D-5949-0838-6803244C5365}"/>
              </a:ext>
            </a:extLst>
          </p:cNvPr>
          <p:cNvSpPr txBox="1"/>
          <p:nvPr/>
        </p:nvSpPr>
        <p:spPr>
          <a:xfrm>
            <a:off x="4372259" y="2043752"/>
            <a:ext cx="3472882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Aptos Black" panose="020F0502020204030204" pitchFamily="34" charset="0"/>
              </a:rPr>
              <a:t>Scoring System</a:t>
            </a:r>
            <a:endParaRPr lang="en-MY" sz="3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AD295E-F0F8-555F-0FF2-47C1E313037D}"/>
              </a:ext>
            </a:extLst>
          </p:cNvPr>
          <p:cNvSpPr txBox="1"/>
          <p:nvPr/>
        </p:nvSpPr>
        <p:spPr>
          <a:xfrm>
            <a:off x="676558" y="2805752"/>
            <a:ext cx="106264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SLA Points (Keeping </a:t>
            </a: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ur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challenges alive)</a:t>
            </a:r>
          </a:p>
          <a:p>
            <a:pPr marL="514350" indent="-514350"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Attack Points (Attacking other teams)</a:t>
            </a:r>
          </a:p>
          <a:p>
            <a:pPr marL="514350" indent="-514350">
              <a:buAutoNum type="arabicPeriod"/>
            </a:pPr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Points (Preventing your flag from being submitted)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1C14FE-9CA6-802C-4451-2C675E405B86}"/>
              </a:ext>
            </a:extLst>
          </p:cNvPr>
          <p:cNvSpPr txBox="1"/>
          <p:nvPr/>
        </p:nvSpPr>
        <p:spPr>
          <a:xfrm>
            <a:off x="676557" y="4545791"/>
            <a:ext cx="106264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SLA Points (Given Dynamically)</a:t>
            </a:r>
          </a:p>
          <a:p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Attack Points (2 if you submit correct flag)</a:t>
            </a:r>
          </a:p>
          <a:p>
            <a:r>
              <a:rPr lang="en-US" sz="25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 Points (-1 if other team submit your flag)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6378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241BF-A0C5-243B-E06B-EFA50BAE0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A2C4227-883D-F789-EECC-4E8B76B42C52}"/>
              </a:ext>
            </a:extLst>
          </p:cNvPr>
          <p:cNvSpPr/>
          <p:nvPr/>
        </p:nvSpPr>
        <p:spPr>
          <a:xfrm>
            <a:off x="13529" y="-12700"/>
            <a:ext cx="12192000" cy="6858000"/>
          </a:xfrm>
          <a:prstGeom prst="rect">
            <a:avLst/>
          </a:prstGeom>
          <a:solidFill>
            <a:schemeClr val="tx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4918ADC-3863-2FD9-2ACF-1F92FDEB114B}"/>
              </a:ext>
            </a:extLst>
          </p:cNvPr>
          <p:cNvSpPr txBox="1"/>
          <p:nvPr/>
        </p:nvSpPr>
        <p:spPr>
          <a:xfrm>
            <a:off x="3364880" y="371590"/>
            <a:ext cx="546224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0" dirty="0">
                <a:solidFill>
                  <a:schemeClr val="bg1"/>
                </a:solidFill>
                <a:latin typeface="Aptos Black" panose="020F0502020204030204" pitchFamily="34" charset="0"/>
              </a:rPr>
              <a:t>Attack &amp; </a:t>
            </a:r>
            <a:r>
              <a:rPr lang="en-US" sz="5000" dirty="0" err="1">
                <a:solidFill>
                  <a:schemeClr val="bg1"/>
                </a:solidFill>
                <a:latin typeface="Aptos Black" panose="020F0502020204030204" pitchFamily="34" charset="0"/>
              </a:rPr>
              <a:t>Defence</a:t>
            </a:r>
            <a:endParaRPr lang="en-MY" sz="50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A022A2-5995-58EE-A72B-38A442977FF5}"/>
              </a:ext>
            </a:extLst>
          </p:cNvPr>
          <p:cNvSpPr txBox="1"/>
          <p:nvPr/>
        </p:nvSpPr>
        <p:spPr>
          <a:xfrm>
            <a:off x="2974774" y="1399545"/>
            <a:ext cx="626951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solidFill>
                  <a:schemeClr val="bg1"/>
                </a:solidFill>
                <a:latin typeface="Aptos Black" panose="020F0502020204030204" pitchFamily="34" charset="0"/>
              </a:rPr>
              <a:t>Software/Hardware Needed</a:t>
            </a:r>
            <a:endParaRPr lang="en-MY" sz="3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DC5C92-CACE-AA2F-E84E-BCE69A9F8F8A}"/>
              </a:ext>
            </a:extLst>
          </p:cNvPr>
          <p:cNvSpPr txBox="1"/>
          <p:nvPr/>
        </p:nvSpPr>
        <p:spPr>
          <a:xfrm>
            <a:off x="676558" y="2805752"/>
            <a:ext cx="1062644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OpenVPN Software</a:t>
            </a:r>
          </a:p>
          <a:p>
            <a:pPr marL="514350" indent="-514350"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Extensions (If you have)</a:t>
            </a:r>
          </a:p>
          <a:p>
            <a:pPr marL="514350" indent="-514350">
              <a:buAutoNum type="arabicPeriod"/>
            </a:pPr>
            <a:r>
              <a:rPr lang="en-US" sz="2500" dirty="0">
                <a:solidFill>
                  <a:schemeClr val="bg1"/>
                </a:solidFill>
                <a:latin typeface="Aptos Black" panose="020F0502020204030204" pitchFamily="34" charset="0"/>
              </a:rPr>
              <a:t>Mobile Data (If you have, venue might block the use of VPN)</a:t>
            </a:r>
            <a:endParaRPr lang="en-MY" sz="2500" dirty="0">
              <a:solidFill>
                <a:schemeClr val="bg1"/>
              </a:solidFill>
              <a:latin typeface="Aptos Black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3373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610</Words>
  <Application>Microsoft Office PowerPoint</Application>
  <PresentationFormat>Widescreen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Amaranth</vt:lpstr>
      <vt:lpstr>Aptos</vt:lpstr>
      <vt:lpstr>Aptos Black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CHAI CHENG XUN</dc:creator>
  <cp:lastModifiedBy>CHAI CHENG XUN</cp:lastModifiedBy>
  <cp:revision>41</cp:revision>
  <dcterms:created xsi:type="dcterms:W3CDTF">2025-08-26T13:03:30Z</dcterms:created>
  <dcterms:modified xsi:type="dcterms:W3CDTF">2025-11-27T04:47:08Z</dcterms:modified>
</cp:coreProperties>
</file>